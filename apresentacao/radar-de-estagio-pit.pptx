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Somos três alunos e o Radar está no ar há 31 dias, entregando sozinho todo dia às 07:23. Tudo que vem a seguir são números de produção, não de simulação.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733 é a coleta real de hoje. O 35 é o que sobra para um perfil depois do pré-filtro, e o 7 é o limite da mensagem. O trabalho de descartar 726 anúncios existe de qualquer jeito: a pergunta é quem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público é o estudante de qualquer curso, não só de computação: o catálogo tem 12 áreas e 105 cursos. No piloto são 6 perfis criados e 4 recebendo recomendações.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divisão de trabalho é a decisão central do projeto: a IA só extrai fatos do anúncio e nunca vê o perfil; quem compara e pontua é Python puro. Isso torna a nota auditável e o custo viável, porque a mesma extração serve todos os usuários.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esquerda, o cadastro: o perfil vem antes da conta, de propósito, para não cobrar e-mail e senha antes de mostrar o produto. À direita, a mensagem real das 07:23, com a nota, o que o perfil atende, o que falta conferir e a atribuição obrigatória da Adzuna.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coleta à mensagem são cinco etapas, e só uma usa IA. As 4 requisições ao Gemini valeram para os quatro usuários juntos, porque a extração fica guardada por vaga e é reaproveitada entre pessoas e entre dias.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mecânica não é nova: extrair requisitos de texto livre, comparar com um perfil e ordenar. O que muda é o lado do funil. Como esses sistemas decidem sobre pessoas, o risco deles é discriminar; o nosso risco é só deixar de recomendar uma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ganho não é achar uma vaga que ninguém acharia: é tirar do estudante o trabalho repetido. E o custo marginal perto de zero é consequência direta da arquitetura, não de otimização.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risco que decide o projeto não é técnico. Sem ninguém marcando uma vaga como útil, não há como recalibrar a nota, e por isso a regra do projeto é não mexer em peso nenhum sem um caso real vindo de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Fechamos com a pergunta que o próprio projeto ainda não respondeu. O próximo passo não é mais código: é conversar com quem recebeu as vagas e descobrir por que ninguém respondeu.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ABERTURA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Estágio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848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que busca vagas de estágio todos os dias, compara cada anúncio com o perfil do estudante e entrega no Telegram até sete recomendações explicadas.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8046720" cy="896112"/>
          </a:xfrm>
          <a:prstGeom prst="roundRect">
            <a:avLst>
              <a:gd name="adj" fmla="val 6122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0" y="2999232"/>
            <a:ext cx="0" cy="896112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2999232"/>
            <a:ext cx="0" cy="896112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0" y="2999232"/>
            <a:ext cx="0" cy="896112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1638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Igor Costa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4564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pipeline, matching e banco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31638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Dias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34564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operação, coleta e entrega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1638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Esteves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4564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cadastro, dados e privacidade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31638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dias no ar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34564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410 recomendações entregues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13308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Métodos e Aplicações de IA · IBM3116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PROBLEMA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8046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achar 7 vagas que servem,</a:t>
            </a:r>
            <a:endParaRPr lang="en-US" sz="3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precisa descartar 726.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29968"/>
            <a:ext cx="8046720" cy="1298448"/>
          </a:xfrm>
          <a:prstGeom prst="roundRect">
            <a:avLst>
              <a:gd name="adj" fmla="val 4225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30880" y="2029968"/>
            <a:ext cx="0" cy="129844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13120" y="2029968"/>
            <a:ext cx="0" cy="129844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31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733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61488"/>
            <a:ext cx="231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anúncios coletados na execução de hoje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413760" y="2194560"/>
            <a:ext cx="231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413760" y="2761488"/>
            <a:ext cx="231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sobram para um perfil, depois de curso, cidade e modalidade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096000" y="2194560"/>
            <a:ext cx="231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96000" y="2761488"/>
            <a:ext cx="231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chegam ao estudante, as únicas acima da nota mínima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funil existe com ou sem o Radar. Sem ele, quem descarta é o estudante — todo dia, à mão. No Brasil, 20,1 milhões podem estagiar e 1,2 milhão consegue.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31596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ABRES — Associação Brasileira de Estágios, 2024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CONTEXTO E PÚBLICO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80467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Universitário no primeiro estágio.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931920" cy="2148840"/>
          </a:xfrm>
          <a:prstGeom prst="roundRect">
            <a:avLst>
              <a:gd name="adj" fmla="val 2553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8249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usa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84832"/>
            <a:ext cx="35661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Estudante de graduação, qualquer curso das 12 áreas do catálogo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Procura o primeiro estágio e não tem tempo de triar anúncio todo dia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usa Telegram — nenhum aplicativo novo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536192"/>
            <a:ext cx="3931920" cy="2148840"/>
          </a:xfrm>
          <a:prstGeom prst="roundRect">
            <a:avLst>
              <a:gd name="adj" fmla="val 2553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68249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ele faz hoje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084832"/>
            <a:ext cx="356616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vários portais e repete a mesma busca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 anúncio inteiro para saber se o curso é aceito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Reencontra a mesma vaga republicada com outro título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SOLUÇÃO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80467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lê o anúncio. O Python decide a nota.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estudante preenche o perfil uma vez. Todo dia às 07:23, pelo GitHub Actions, o sistema coleta, descarta o que não serve, pede à IA apenas os fatos do anúncio e calcula a compatibilidade por regras determinísticas.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12848"/>
            <a:ext cx="1901952" cy="1920240"/>
          </a:xfrm>
          <a:prstGeom prst="roundRect">
            <a:avLst>
              <a:gd name="adj" fmla="val 2885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5915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filtro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61488"/>
            <a:ext cx="15361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da Adzuna, deduplicação e pré-filtro por curso, cidade e modalidade. Sem IA.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96896" y="2212848"/>
            <a:ext cx="1901952" cy="1920240"/>
          </a:xfrm>
          <a:prstGeom prst="roundRect">
            <a:avLst>
              <a:gd name="adj" fmla="val 2885"/>
            </a:avLst>
          </a:prstGeom>
          <a:solidFill>
            <a:srgbClr val="17201A"/>
          </a:solidFill>
          <a:ln w="12700">
            <a:solidFill>
              <a:srgbClr val="5CB58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79776" y="235915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por IA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79776" y="2761488"/>
            <a:ext cx="15361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Flash devolve requisitos, cursos aceitos, período e modalidade em JSON validado.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45152" y="2212848"/>
            <a:ext cx="1901952" cy="1920240"/>
          </a:xfrm>
          <a:prstGeom prst="roundRect">
            <a:avLst>
              <a:gd name="adj" fmla="val 2885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28032" y="235915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determinística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828032" y="2761488"/>
            <a:ext cx="15361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puro: 45% habilidades, 15% período, 10% curso, 10% área, 10% logística, 10% interesse.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93408" y="2212848"/>
            <a:ext cx="1901952" cy="1920240"/>
          </a:xfrm>
          <a:prstGeom prst="roundRect">
            <a:avLst>
              <a:gd name="adj" fmla="val 2885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76288" y="2359152"/>
            <a:ext cx="1536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e histórico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76288" y="2761488"/>
            <a:ext cx="1536192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no Telegram, link rastreado e perfis, notas e envios no Supabase.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DEMONSTRAÇÃO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80467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no site, recomendação no Telegram.</a:t>
            </a:r>
            <a:endParaRPr lang="en-US" sz="2600" dirty="0"/>
          </a:p>
        </p:txBody>
      </p:sp>
      <p:pic>
        <p:nvPicPr>
          <p:cNvPr id="4" name="Image 0" descr="/Users/igorcosta/Projetos/RadarEstagio/apresentacao/telas/cadas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630" y="1280160"/>
            <a:ext cx="4814419" cy="3017520"/>
          </a:xfrm>
          <a:prstGeom prst="rect">
            <a:avLst/>
          </a:prstGeom>
        </p:spPr>
      </p:pic>
      <p:pic>
        <p:nvPicPr>
          <p:cNvPr id="5" name="Image 1" descr="/Users/igorcosta/Projetos/RadarEstagio/apresentacao/telas/de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081" y="1280160"/>
            <a:ext cx="2310289" cy="3017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81630" y="4407408"/>
            <a:ext cx="48144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vem antes da conta — quatro etapas, uma única vez.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5952081" y="4407408"/>
            <a:ext cx="31332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mensagem diária: nota, requisitos e o selo da fonte.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FLUXO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804672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→ Processamento → IA → Resultado → Decisão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8046720" cy="1481328"/>
          </a:xfrm>
          <a:prstGeom prst="roundRect">
            <a:avLst>
              <a:gd name="adj" fmla="val 3704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57984" y="1828800"/>
            <a:ext cx="0" cy="148132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67328" y="1828800"/>
            <a:ext cx="0" cy="148132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76672" y="1828800"/>
            <a:ext cx="0" cy="148132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86016" y="1828800"/>
            <a:ext cx="0" cy="148132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975104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17627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67004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733 vagas</a:t>
            </a:r>
            <a:endParaRPr lang="en-US" sz="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requisições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340864" y="1975104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PROCESSAMENTO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340864" y="217627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Dedupe e pré-filtro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340864" y="267004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candidatas</a:t>
            </a:r>
            <a:endParaRPr lang="en-US" sz="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perfil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785616" y="1847088"/>
            <a:ext cx="1572768" cy="1444752"/>
          </a:xfrm>
          <a:prstGeom prst="rect">
            <a:avLst/>
          </a:prstGeom>
          <a:solidFill>
            <a:srgbClr val="1C2620"/>
          </a:solidFill>
          <a:ln w="12700">
            <a:solidFill>
              <a:srgbClr val="1C262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50208" y="1975104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3950208" y="217627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de fatos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50208" y="267004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requisições</a:t>
            </a:r>
            <a:endParaRPr lang="en-US" sz="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ao Gemini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5559552" y="1975104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559552" y="217627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 ranking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559552" y="267004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vagas</a:t>
            </a:r>
            <a:endParaRPr lang="en-US" sz="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4 pessoas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7168896" y="1975104"/>
            <a:ext cx="1243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DECISÃO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168896" y="217627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168896" y="2670048"/>
            <a:ext cx="12435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pessoa abre</a:t>
            </a:r>
            <a:endParaRPr lang="en-US" sz="9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responde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5844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extração é por vaga, não por pessoa: a mesma leitura serve todos os perfis, e por isso um usuário novo quase não custa. Números da execução de 28/09.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CASOS REAIS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80467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indústria já automatizou a triagem.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44752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38328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EMPRESA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88900" marB="88900" anchor="ctr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 QUE FEZ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88900" marB="88900" anchor="ctr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RESULTADO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88900" marB="88900" anchor="ctr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Unilever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de 250 mil candidaturas por ciclo com entrevista em vídeo e jogos cognitivos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Contratação de 4 meses para 4 semanas; 50 mil horas de entrevista economizadas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Gupy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ATS brasileiro com NLP na ordenação de candidatos, em 2.300 empresas clientes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mil vagas preenchidas em 2021, com redução de até 80% no tempo de contratação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1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 50 milhões de vagas com cada usuário num funil de quatro estágios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Lição da própria engenharia: otimizar por clique premia título sensacionalista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5844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filtram pessoas para a empresa. O Radar inverte o lado: filtra vagas para o estudante, então nunca descarta alguém — no máximo deixa de recomendar uma vaga.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15968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 for Startups, história da Gupy · LinkedIn Engineering Blog · estudos de caso sobre HireVue e Pymetrics na Unilever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PROPOSTA DE VALOR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80467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repetitivo sai do estudante.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44752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38328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ETAPA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88900" marB="88900" anchor="ctr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FA29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O RADAR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88900" marB="88900" anchor="ctr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CB58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 O RADAR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88900" marB="88900" anchor="ctr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Abrir portais e repetir a busca todo 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execução diária, sem ação do estudante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anúncio por anúncio para ver se o curso é aceito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733 anúncios viram 7, já conferidos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1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Deduzir dos requisitos se vale a pena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 de 0 a 100 com o que atende e o que falta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C2CFC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Reencontrar a mesma vaga republicada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F3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Deduplicação e histórico por pessoa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88900" marB="88900" anchor="t">
                    <a:lnL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633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1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675888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230880" y="3675888"/>
            <a:ext cx="0" cy="93268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913120" y="3675888"/>
            <a:ext cx="0" cy="93268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840480"/>
            <a:ext cx="231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 min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33088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cadastro à primeira lista, mediana observada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3413760" y="3840480"/>
            <a:ext cx="231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R$ 0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413760" y="4133088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um usuário novo: a extração é por vaga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096000" y="3840480"/>
            <a:ext cx="231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9FD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cursos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096000" y="4133088"/>
            <a:ext cx="231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reconhecidos pelo catálogo, não só computação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RISCOS, LIMITES E DADOS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80467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 funciona. Falta a prova de valor.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276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limitações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29968"/>
            <a:ext cx="3566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vaga marcada como útil em 410 entregas: 12 aberturas e 6 respostas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fonte só: a Adzuna responde por tudo, e a Gupy saiu pelos termos de uso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estudante é um pagador improvável: os concorrentes são gratuitos para ele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481328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6276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privacidade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029968"/>
            <a:ext cx="356616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Origem: API oficial da Adzuna, com atribuição obrigatória em cada anúncio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Formato: JSON das vagas e JSON validado por schema na saída da IA</a:t>
            </a:r>
            <a:endParaRPr lang="en-US" sz="105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nunca vai para a IA: o prompt só contém o anúncio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5CB58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PRÓXIMOS PASSOS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804672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→ MVP → Piloto → Implantação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8046720" cy="1481328"/>
          </a:xfrm>
          <a:prstGeom prst="roundRect">
            <a:avLst>
              <a:gd name="adj" fmla="val 3704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1517904"/>
            <a:ext cx="0" cy="148132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0" y="1517904"/>
            <a:ext cx="0" cy="148132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0" y="1517904"/>
            <a:ext cx="0" cy="1481328"/>
          </a:xfrm>
          <a:prstGeom prst="line">
            <a:avLst/>
          </a:prstGeom>
          <a:noFill/>
          <a:ln w="12700">
            <a:solidFill>
              <a:srgbClr val="26332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642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AGOSTO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186537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nota em Python, com perfil fixo e sem banco.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6642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28/08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186537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35915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Banco, conta no site, Telegram e entrega diária automática.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90288" y="1536192"/>
            <a:ext cx="1975104" cy="1444752"/>
          </a:xfrm>
          <a:prstGeom prst="rect">
            <a:avLst/>
          </a:prstGeom>
          <a:solidFill>
            <a:srgbClr val="1C2620"/>
          </a:solidFill>
          <a:ln w="12700">
            <a:solidFill>
              <a:srgbClr val="1C262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6642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AGORA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186537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E5B5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35915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perfis, 4 ativados, 410 recomendações. Falta o sinal de utilidade.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16642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20" kern="0" dirty="0">
                <a:solidFill>
                  <a:srgbClr val="8FA2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SEGUIR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186537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35915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Domínio próprio, textos legais aprovados e um pagador definido.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236976"/>
            <a:ext cx="8046720" cy="1207008"/>
          </a:xfrm>
          <a:prstGeom prst="roundRect">
            <a:avLst>
              <a:gd name="adj" fmla="val 4545"/>
            </a:avLst>
          </a:prstGeom>
          <a:solidFill>
            <a:srgbClr val="17201A"/>
          </a:solidFill>
          <a:ln w="12700">
            <a:solidFill>
              <a:srgbClr val="26332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3419856"/>
            <a:ext cx="7534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EF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honesta: isso vira negócio?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3822192"/>
            <a:ext cx="75346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2CF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Tecnicamente, já roda sozinho há 31 dias. Como produto, ainda falta a prova de que a recomendação serve — e é isso, não mais código, que decide o próximo passo.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de Estágio</dc:title>
  <dc:subject>PptxGenJS Presentation</dc:subject>
  <dc:creator>Igor Costa, Ian Dias e Miguel Esteves</dc:creator>
  <cp:lastModifiedBy>Igor Costa, Ian Dias e Miguel Esteves</cp:lastModifiedBy>
  <cp:revision>1</cp:revision>
  <dcterms:created xsi:type="dcterms:W3CDTF">2026-09-30T02:45:22Z</dcterms:created>
  <dcterms:modified xsi:type="dcterms:W3CDTF">2026-09-30T02:45:22Z</dcterms:modified>
</cp:coreProperties>
</file>