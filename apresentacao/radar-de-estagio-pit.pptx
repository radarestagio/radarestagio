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Somos três. O produto está no ar desde 28 de agosto, entregando todo dia às 7h23, sem intervenção.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slide é de hoje: 733 anúncios coletados, 35 candidatas para um perfil, 7 entregues.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catálogo cobre 12 áreas: não é um produto só de computação.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prompt nunca contém o perfil: a IA só lê o anúncio. Isso deixa a nota auditável e o custo por vaga, não por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 se der tempo: abrir o site e mostrar a mensagem real no Telegram.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IA entra uma vez por vaga. Dobrar os usuários não dobra as requisições: é o que torna o custo viável.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Unilever e Gupy provam a mecânica; o LinkedIn dá o alerta que seguimos: não calibrar por clique.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ganho não é achar vaga que ninguém tem: é tirar a triagem diária do estudante.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limitação honesta: ninguém marcou vaga como útil ainda. É o que decide se continua.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o próximo passo não é mais código, é conversa com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ABERTURA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MÉTODOS E APLICAÇÕES DE IA · IBM3116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13232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Estágio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55648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que garimpa vagas de estágio todos os dias, compara cada anúncio com o perfil do estudante e entrega no Telegram até sete recomendações explicadas — só quando há vagas compatíveis.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670048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2788920"/>
            <a:ext cx="2276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Igor Costa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54096"/>
            <a:ext cx="22768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Pipeline, matching e banco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2670048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0712" y="2788920"/>
            <a:ext cx="2276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Dias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10712" y="3054096"/>
            <a:ext cx="22768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Operação, coleta e entrega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0" y="2670048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53912" y="278892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Esteves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153912" y="3054096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Cadastro, dados e privacidade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76732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" y="37673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 DESDE 28/08/2026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807208" y="3767328"/>
            <a:ext cx="212598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807208" y="3767328"/>
            <a:ext cx="2125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DIAS DE ENTREGAS DIÁRIAS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042916" y="376732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42916" y="37673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410 RECOMENDAÇÕES ENVIADAS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PROBLEMA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ESPECÍFICO E MENSURÁVEL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achar 7 vagas que servem,</a:t>
            </a:r>
            <a:endParaRPr lang="en-US" sz="3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precisa descartar 726.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745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COLETADAS HOJE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574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587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anúncios de estágio na execução das 07:23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8745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SOBRARAM PARA UM PERFIL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20574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154680" y="2587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curso, cidade e modalidade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8745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ENTREGUES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5806440" y="20574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5806440" y="2587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únicas acima da nota mínima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32004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funil existe todo dia, com ou sem o Radar. Sem ele, é o estudante que abre os portais, lê requisitos repetidos e descarta à mão — e ainda perde a vaga que fechou antes de ele chegar.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74920" y="315468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39512" y="3273552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do mercado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39512" y="3538728"/>
            <a:ext cx="323697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20,1 milhões de estudantes aptos a estagiar no Brasil; 1,2 milhão conseguem — cerca de 6%. Entre 40% e 60% dos estagiários são efetivados.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ABRES, 2024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CONTEXTO E PÚBLICO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QUEM USA E COMO É HOJE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Universitário no primeiro estágio.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74650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011680"/>
            <a:ext cx="360273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Graduação em qualquer curso do catálogo: 12 áreas, 45 subáreas, 105 cursos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Busca o primeiro estágio, sem tempo de triar anúncio todo dia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Já usa Telegram: nenhum aplicativo novo para instalar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627632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73752" y="174650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atual dele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73752" y="2011680"/>
            <a:ext cx="360273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Abrir vários portais e repetir a mesma busca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Ler requisitos para saber se o curso é aceito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Reencontrar a mesma vaga republicada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Descobrir tarde a vaga que combinava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21868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PILOTO, ÚLTIMOS 30 DIAS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4747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VISITAS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6576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1879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identidades distintas na landing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34747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PERFIS CRIADOS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6576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3154680" y="41879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vincularam o Telegram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806440" y="34747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ATIVADOS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36576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5806440" y="41879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receberam a primeira recomendação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SOLUÇÃO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 QUE FAZ, COM O QUÊ, E ONDE ENTRA A IA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lê o anúncio. O Python decide a nota.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0020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estudante preenche o perfil uma vez. Todo dia às 07:23 o sistema coleta, descarta o que não serve, pede à IA apenas os fatos do anúncio e calcula a compatibilidade por regras determinísticas. A mesma extração serve todos os usuários, e a mesma vaga com o mesmo perfil dá sempre a mesma nota.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26280" y="15544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90872" y="167335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filtro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690872" y="1938528"/>
            <a:ext cx="16367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da Adzuna, deduplicação e pré-filtro — sem IA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675120" y="15544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39712" y="167335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por IA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39712" y="1938528"/>
            <a:ext cx="16367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devolve requisitos em JSON validado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26280" y="26974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90872" y="281635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determinística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90872" y="3081528"/>
            <a:ext cx="16367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habilidades, 15% período, 10% curso, área e logística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75120" y="26974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39712" y="281635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e feedback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39712" y="3081528"/>
            <a:ext cx="16367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no Telegram, link rastreado e feedback por vaga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950208"/>
            <a:ext cx="102870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950208"/>
            <a:ext cx="1028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3.12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641348" y="395020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1348" y="39502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985516" y="395020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85516" y="39502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918204" y="395020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18204" y="39502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FLASH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125212" y="395020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5212" y="39502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TELEGRAM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057900" y="3950208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57900" y="395020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CLOUDFLARE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DEMONSTRAÇÃO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AS TELAS DO PRODUTO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Cadastro, recomendação, conta.</a:t>
            </a:r>
            <a:endParaRPr lang="en-US" sz="3000" dirty="0"/>
          </a:p>
        </p:txBody>
      </p:sp>
      <p:pic>
        <p:nvPicPr>
          <p:cNvPr id="4" name="Image 0" descr="/Users/igorcosta/Projetos/RadarEstagio/apresentacao/telas/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27632"/>
            <a:ext cx="3291840" cy="2971800"/>
          </a:xfrm>
          <a:prstGeom prst="rect">
            <a:avLst/>
          </a:prstGeom>
        </p:spPr>
      </p:pic>
      <p:pic>
        <p:nvPicPr>
          <p:cNvPr id="5" name="Image 1" descr="/Users/igorcosta/Projetos/RadarEstagio/apresentacao/telas/cadastr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60520" y="1627632"/>
            <a:ext cx="4480560" cy="2103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60520" y="384048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mensagem diária traz nota, requisitos atendidos, o que conferir e o selo da fonte, exigido pelos termos da Adzuna. O cadastro tem quatro etapas e pede a conta só no fim.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FLUXO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NÚMEROS REAIS DA EXECUÇÃO DE 28/09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21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→ Processamento → IA → Resultado → Decisão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30936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Adzuna, por termo e cidade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30936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733 vagas · 16 requisições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39696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67712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PROCESSAMENTO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2267712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e pré-filtro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267712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Republicação, curso, cidade, nível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2267712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candidatas por perfil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76472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E3128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04488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3904488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de fatos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904488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lote por chamada, cache compartilhado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904488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requisições ao Gemini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13248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41264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5541264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 ranking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541264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em Python, recalculadas sempre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541264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vagas para 4 pessoas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050024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8040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DECISÃO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pessoa abre e se candidata na fonte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botões de feedback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36118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CADASTRO À 1ª LISTA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3794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 min</a:t>
            </a:r>
            <a:endParaRPr lang="en-US" sz="34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325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observada em 4 casos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3154680" y="36118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EXTRAÇÕES REAPROVEITADAS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154680" y="3794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1.670</a:t>
            </a:r>
            <a:endParaRPr lang="en-US" sz="3400" dirty="0"/>
          </a:p>
        </p:txBody>
      </p:sp>
      <p:sp>
        <p:nvSpPr>
          <p:cNvPr id="34" name="Text 32"/>
          <p:cNvSpPr txBox="1"/>
          <p:nvPr/>
        </p:nvSpPr>
        <p:spPr>
          <a:xfrm>
            <a:off x="3154680" y="4325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por vaga, servem todos os perfis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36118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 POR LOTE DE 10 VAGAS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5806440" y="3794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R$ 0,066</a:t>
            </a:r>
            <a:endParaRPr lang="en-US" sz="34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4325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em 11/09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CASOS REAIS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QUEM JÁ FEZ ALGO PARECIDO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21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indústria automatizou a triagem.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64208"/>
          <a:ext cx="81381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286000"/>
                <a:gridCol w="219456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Empresa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Tecnologia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Resultados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mil candidaturas por ciclo para 800 vagas; triagem de até 4 meses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HireVue (entrevista em vídeo) e Pymetrics (jogos cognitivos)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−90% no tempo de contratação, 50 mil horas e £1 mi/ano economizados, +16% em diversidade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de currículos por vaga inviabiliza a triagem manual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NLP na ordenação de candidatos, em mais de 10 mil empresas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QuintoAndar: −50% no processo e −35% na triagem. Ambev: 1 em cada 4 entrevistados contratado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Casar 50 milhões de vagas com cada usuário em tempo real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Funil de quatro estágios, com reordenação por regras de negócio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Lição da própria engenharia: otimizar por clique premia título sensacionalista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639312"/>
            <a:ext cx="3931920" cy="1042416"/>
          </a:xfrm>
          <a:prstGeom prst="roundRect">
            <a:avLst>
              <a:gd name="adj" fmla="val 7018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7512" y="375818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parece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67512" y="4023360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Extrair requisitos de texto livre, comparar com um perfil e ordenar. A decisão final fica com regras explícitas, não com o modelo.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09160" y="3639312"/>
            <a:ext cx="3931920" cy="1042416"/>
          </a:xfrm>
          <a:prstGeom prst="roundRect">
            <a:avLst>
              <a:gd name="adj" fmla="val 7018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73752" y="375818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873752" y="4023360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Eles filtram pessoas para a empresa. O Radar filtra vagas para o estudante: nunca descarta alguém.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PROPOSTA DE VALOR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 QUE O PROCESSO GANHA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repetitivo sai do estudante.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27632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9184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Etapa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o Radar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 o Radar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Abrir portais e repetir a busca todo 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execução diária às 07:23, sem ação do estudante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anúncio por anúncio para ver se o curso é aceito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733 anúncios viram 7, com curso, período e cidade conferidos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Deduzir dos requisitos se vale a pena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 de 0 a 100 com o que atende e o que falta conferir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Reencontrar a mesma vaga republicada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Deduplicação e histórico por pessoa impedem o reenvio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5844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 ATÉ A PRIMEIRA LISTA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76732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 min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297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cadastro à mensagem no Telegram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154680" y="35844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 POR USUÁRIO NOVO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3154680" y="376732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R$ 0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3154680" y="4297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extração é por vaga, não por pessoa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35844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COBERTURA DO CATÁLOGO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5806440" y="376732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áreas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4297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cursos reconhecidos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RISCOS, LIMITES E DADOS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 QUE AINDA NÃO ESTÁ PROVADO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motor funciona. Falta a prova de valor.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76479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limitações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029968"/>
            <a:ext cx="360273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 vaga marcada como útil em 410 entregas: 12 aberturas e 6 respostas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Uma fonte só: a Adzuna responde por tudo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custo cresce com cidades e áreas, não com usuários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Cobrar do estudante esbarra na Lei 11.788/2008, art. 5º, §2º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64592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73752" y="176479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Dados: origem, formato e privacidade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73752" y="2029968"/>
            <a:ext cx="360273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Origem: API oficial da Adzuna, com atribuição obrigatória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Formato: JSON das vagas e JSON validado por schema na saída da IA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Privacidade: RLS por usuário, exportação e exclusão com 60 dias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perfil nunca vai para a IA: o prompt só contém o anúncio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749040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2.020 TESTES AUTOMATIZADOS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70048" y="3749040"/>
            <a:ext cx="198882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70048" y="3749040"/>
            <a:ext cx="19888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MIGRATIONS VERSIONADAS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68596" y="374904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E5B56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68596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DOMÍNIO PENDENTE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249924" y="3749040"/>
            <a:ext cx="150876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F19A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49924" y="37490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19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VALIDAÇÃO REAL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PRÓXIMOS PASSOS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ONDE ESTAMOS E O QUE FALTA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→ MVP → Piloto → Implantação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91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1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AGOSTO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892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2199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nota em Python, com perfil fixo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551176" y="1691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1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28/08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2551176" y="1892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51176" y="222199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Banco, conta, vínculo e entrega diária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99432" y="1691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10" kern="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AGORA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1892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22199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perfis, 4 ativados, 410 recomendações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691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1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SEGUIR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647688" y="1892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647688" y="222199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Domínio, CAPTCHA, textos legais e um pagador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0175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" y="313639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próximas decisões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" y="3401568"/>
            <a:ext cx="360273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Conversar com quem recebeu: por que abriu 12 vagas e não respondeu nada?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Fechar o ciclo de feedback antes de mexer em qualquer peso da nota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Testar instituição ou empresa como pagador, já que o estudante não pode ser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709160" y="3063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vira negócio?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709160" y="35204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Tecnicamente, já roda sozinho há 31 dias. Como produto, falta a prova de que a recomendação serve — e é isso, não mais código, que decide o próximo passo.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Radar de Estágio</dc:title>
  <dc:subject>PptxGenJS Presentation</dc:subject>
  <dc:creator>Igor Costa, Ian Dias e Miguel Esteves</dc:creator>
  <cp:lastModifiedBy>Igor Costa, Ian Dias e Miguel Esteves</cp:lastModifiedBy>
  <cp:revision>1</cp:revision>
  <dcterms:created xsi:type="dcterms:W3CDTF">2026-09-29T03:06:47Z</dcterms:created>
  <dcterms:modified xsi:type="dcterms:W3CDTF">2026-09-29T03:06:47Z</dcterms:modified>
</cp:coreProperties>
</file>