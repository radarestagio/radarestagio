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três alunos e o Radar está no ar há 31 dias, entregando sozinho todo dia às 07:23. Tudo que vem a seguir são números de produção, não de simulação.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733 é a coleta real de hoje. O 35 é o que sobra para um perfil depois do pré-filtro, e o 7 é o limite da mensagem. O trabalho de descartar 726 anúncios existe de qualquer jeito: a pergunta é quem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público é o estudante de qualquer curso, não só de computação: o catálogo tem 12 áreas e 105 cursos. Os números embaixo são do piloto dos últimos 30 dias, e o funil aperta forte entre visita e cadastro.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divisão de trabalho é a decisão central do projeto: a IA só extrai fatos do anúncio e nunca vê o perfil; quem compara e pontua é Python puro. Isso torna a nota auditável e o custo viável, porque a mesma extração serve todos os usuários.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esquerda, o cadastro: o perfil vem antes da conta, de propósito, para não cobrar e-mail e senha antes de mostrar o produto. À direita, a mensagem real das 07:23, com a nota, o que o perfil atende, o que falta conferir e a atribuição obrigatória da Adzuna.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coleta à mensagem são cinco etapas, e só uma usa IA. As 4 requisições ao Gemini valeram para os quatro usuários juntos, porque a extração fica guardada por vaga e é reaproveitada entre pessoas e entre dias.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mecânica não é nova: extrair requisitos de texto livre, comparar com um perfil e ordenar. O que muda é o lado do funil. Como esses sistemas decidem sobre pessoas, o risco deles é discriminar; o nosso risco é só deixar de recomendar uma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ganho não é achar uma vaga que ninguém acharia: é tirar do estudante o trabalho repetido. E o custo marginal perto de zero é consequência direta da arquitetura, não de otimização.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risco que decide o projeto não é técnico. Sem ninguém marcando uma vaga como útil, não há como recalibrar a nota, e por isso a regra do projeto é não mexer em peso nenhum sem um caso real vindo de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Fechamos com a pergunta que o próprio projeto ainda não respondeu. O próximo passo não é mais código: é conversar com quem recebeu as vagas e descobrir por que ninguém respondeu.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ABERTURA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98448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Estágio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que busca vagas de estágio todos os dias, compara cada anúncio com o perfil do estudante e entrega no Telegram até sete recomendações explicadas.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27248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Igor Costa · Ian Dias · Miguel Esteves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e Aplicações de IA · IBM3116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3950208"/>
            <a:ext cx="2154326" cy="274320"/>
          </a:xfrm>
          <a:prstGeom prst="roundRect">
            <a:avLst>
              <a:gd name="adj" fmla="val 50000"/>
            </a:avLst>
          </a:prstGeom>
          <a:solidFill>
            <a:srgbClr val="E7F1EB"/>
          </a:solidFill>
          <a:ln w="12700">
            <a:solidFill>
              <a:srgbClr val="1F6B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950208"/>
            <a:ext cx="21543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 DESDE 28/08/2026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812694" y="3950208"/>
            <a:ext cx="195681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12694" y="3950208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DIAS DE ENTREGA DIÁRIA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79238" y="3950208"/>
            <a:ext cx="202265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9238" y="3950208"/>
            <a:ext cx="20226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410 RECOMENDAÇÕES ENVIADAS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PROBLEMA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achar 7 vagas que servem,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descartar 726.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733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9689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anúncios coletados na execução de hoje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2011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259689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sobram para um perfil, depois de curso, cidade e modalidade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20116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259689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chegam ao estudante, as únicas acima da nota mínima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funil existe com ou sem o Radar. Sem ele, quem descarta é o estudante — todo dia, à mão. No Brasil, 20,1 milhões podem estagiar e 1,2 milhão consegue.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3484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8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ABRES — Associação Brasileira de Estágios, 2024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CONTEXTO E PÚBLICO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Universitário no primeiro estágio.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usa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92224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 de graduação, qualquer curso das 12 áreas do catálogo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Procura o primeiro estágio e não tem tempo de triar anúncio todo dia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usa Telegram — nenhum aplicativo novo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4813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ele faz hoje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792224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vários portais e repete a mesma busca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anúncio inteiro para saber se o curso é aceito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Reencontra a mesma vaga republicada com outro título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29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1421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visitas na landing em 30 dias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3429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401421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criados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4290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401421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recebendo recomendações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SOLUÇÃO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lê o anúncio. O Python decide a nota.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2646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estudante preenche o perfil uma vez. Todo dia às 07:23 o sistema coleta, descarta o que não serve, pede à IA apenas os fatos do anúncio e calcula a compatibilidade por regras determinísticas.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12848"/>
            <a:ext cx="1874520" cy="1481328"/>
          </a:xfrm>
          <a:prstGeom prst="roundRect">
            <a:avLst>
              <a:gd name="adj" fmla="val 3704"/>
            </a:avLst>
          </a:prstGeom>
          <a:solidFill>
            <a:srgbClr val="F3F6F3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340864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filtro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743200"/>
            <a:ext cx="15819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da Adzuna, deduplicação e pré-filtro por curso, cidade e modalidade. Sem IA.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78608" y="2212848"/>
            <a:ext cx="1874520" cy="1481328"/>
          </a:xfrm>
          <a:prstGeom prst="roundRect">
            <a:avLst>
              <a:gd name="adj" fmla="val 3704"/>
            </a:avLst>
          </a:prstGeom>
          <a:solidFill>
            <a:srgbClr val="F3F6F3"/>
          </a:solidFill>
          <a:ln w="12700">
            <a:solidFill>
              <a:srgbClr val="1F6B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4912" y="2340864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por IA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2743200"/>
            <a:ext cx="15819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devolve requisitos, cursos aceitos, período e modalidade em JSON validado.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08576" y="2212848"/>
            <a:ext cx="1874520" cy="1481328"/>
          </a:xfrm>
          <a:prstGeom prst="roundRect">
            <a:avLst>
              <a:gd name="adj" fmla="val 3704"/>
            </a:avLst>
          </a:prstGeom>
          <a:solidFill>
            <a:srgbClr val="F3F6F3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2340864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determinística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743200"/>
            <a:ext cx="15819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habilidades, 15% período, 10% curso, 10% área, 10% logística, 10% interesse.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38544" y="2212848"/>
            <a:ext cx="1874520" cy="1481328"/>
          </a:xfrm>
          <a:prstGeom prst="roundRect">
            <a:avLst>
              <a:gd name="adj" fmla="val 3704"/>
            </a:avLst>
          </a:prstGeom>
          <a:solidFill>
            <a:srgbClr val="F3F6F3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84848" y="2340864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84848" y="2743200"/>
            <a:ext cx="15819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no Telegram, link rastreado e um botão de resposta por vaga.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986784"/>
            <a:ext cx="70591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986784"/>
            <a:ext cx="7059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364285" y="3986784"/>
            <a:ext cx="123261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64285" y="3986784"/>
            <a:ext cx="1232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06624" y="3986784"/>
            <a:ext cx="16934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706624" y="3986784"/>
            <a:ext cx="16934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/ POSTGRESQL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09821" y="3986784"/>
            <a:ext cx="110093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09821" y="3986784"/>
            <a:ext cx="11009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FLASH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720486" y="3986784"/>
            <a:ext cx="13642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20486" y="3986784"/>
            <a:ext cx="13642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9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TELEGRAM BOT API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DEMONSTRAÇÃO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no site, recomendação no Telegram.</a:t>
            </a:r>
            <a:endParaRPr lang="en-US" sz="2600" dirty="0"/>
          </a:p>
        </p:txBody>
      </p:sp>
      <p:pic>
        <p:nvPicPr>
          <p:cNvPr id="4" name="Image 0" descr="/Users/igorcosta/Projetos/RadarEstagio/apresentacao/telas/cadas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6890" y="1463040"/>
            <a:ext cx="3793179" cy="2377440"/>
          </a:xfrm>
          <a:prstGeom prst="rect">
            <a:avLst/>
          </a:prstGeom>
        </p:spPr>
      </p:pic>
      <p:pic>
        <p:nvPicPr>
          <p:cNvPr id="5" name="Image 1" descr="/Users/igorcosta/Projetos/RadarEstagio/apresentacao/telas/de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109" y="1463040"/>
            <a:ext cx="1777001" cy="2377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626890" y="3950208"/>
            <a:ext cx="37931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vem antes da conta — quatro etapas, uma única vez.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5740109" y="3950208"/>
            <a:ext cx="28742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mensagem diária: nota, requisitos atendidos e o selo da fonte.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FLUXO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→ Processamento → IA → Resultado → Decisão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0"/>
          </a:xfrm>
          <a:prstGeom prst="line">
            <a:avLst/>
          </a:prstGeom>
          <a:noFill/>
          <a:ln w="25400">
            <a:solidFill>
              <a:srgbClr val="DDE5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7A88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21408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9689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733 vagas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requisições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828800"/>
            <a:ext cx="1481328" cy="0"/>
          </a:xfrm>
          <a:prstGeom prst="line">
            <a:avLst/>
          </a:prstGeom>
          <a:noFill/>
          <a:ln w="25400">
            <a:solidFill>
              <a:srgbClr val="DDE5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0" y="192024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7A88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121408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e pré-filtro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59689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candidatas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perfil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828800"/>
            <a:ext cx="1481328" cy="0"/>
          </a:xfrm>
          <a:prstGeom prst="line">
            <a:avLst/>
          </a:prstGeom>
          <a:noFill/>
          <a:ln w="25400">
            <a:solidFill>
              <a:srgbClr val="1F6B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192024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7A88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121408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de fatos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259689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requisições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ao Gemini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1828800"/>
            <a:ext cx="1481328" cy="0"/>
          </a:xfrm>
          <a:prstGeom prst="line">
            <a:avLst/>
          </a:prstGeom>
          <a:noFill/>
          <a:ln w="25400">
            <a:solidFill>
              <a:srgbClr val="DDE5D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0" y="192024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7A88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121408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 ranking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259689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vagas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4 pessoas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132320" y="1828800"/>
            <a:ext cx="1481328" cy="0"/>
          </a:xfrm>
          <a:prstGeom prst="line">
            <a:avLst/>
          </a:prstGeom>
          <a:noFill/>
          <a:ln w="25400">
            <a:solidFill>
              <a:srgbClr val="DDE5D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192024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7A88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DECISÃO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2121408"/>
            <a:ext cx="1481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259689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pessoa abre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responde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474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extração é por vaga, não por pessoa: a mesma leitura serve todos os perfis, e por isso um usuário novo quase não custa. Números da execução de 28/09.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CASOS REAIS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indústria já automatizou a triagem.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56616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88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EMPRESA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88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QUE FEZ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88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RESULTADO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A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de 250 mil candidaturas por ciclo com entrevista em vídeo e jogos cognitivos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Contratação de 4 meses para 4 semanas; 50 mil horas de entrevista economizadas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A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ATS brasileiro com NLP na ordenação de candidatos, em 2.300 empresas clientes (2021)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mil vagas preenchidas em 2021, com redução de até 80% no tempo de contratação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A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 50 milhões de vagas com cada usuário num funil de quatro estágios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Lição da própria engenharia: otimizar por clique premia título sensacionalista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filtram pessoas para a empresa. O Radar inverte o lado: filtra vagas para o estudante, então nunca descarta alguém — no máximo deixa de recomendar uma vaga.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43400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8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for Startups, história da Gupy · LinkedIn Engineering Blog · estudos de caso sobre HireVue e Pymetrics na Unilever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PROPOSTA DE VALOR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repetitivo sai do estudante.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429000"/>
                <a:gridCol w="3429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88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ETAPA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88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O RADAR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7A888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 O RADAR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A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 portais e repetir a busca todo 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execução diária, sem ação do estudante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A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anúncio por anúncio para ver se o curso é aceito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 anúncios viram 7, já conferidos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A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Deduzir dos requisitos se vale a pena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 de 0 a 100 com o que atende e o que falta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A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Reencontrar a mesma vaga republicada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9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Deduplicação e histórico por pessoa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127000" marT="76200" marB="76200" anchor="t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033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 min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8853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cadastro à primeira lista, mediana observada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246120" y="37033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R$ 0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3246120" y="428853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um usuário novo: a extração é por vaga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37033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6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4288536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 reconhecidos, não só computação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RISCOS, LIMITES E DADOS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 funciona. Falta a prova de valor.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limitações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92224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vaga marcada como útil em 410 entregas: 12 aberturas e 6 respostas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fonte só: a Adzuna responde por tudo, e a Gupy saiu pelos termos de uso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estudante é um pagador improvável: os concorrentes são gratuitos para ele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4813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privacidade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792224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API oficial da Adzuna, com atribuição obrigatória em cada anúncio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 JSON das vagas e JSON validado por schema na saída da IA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nunca vai para a IA: o prompt só contém o anúncio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22653" cy="274320"/>
          </a:xfrm>
          <a:prstGeom prst="roundRect">
            <a:avLst>
              <a:gd name="adj" fmla="val 50000"/>
            </a:avLst>
          </a:prstGeom>
          <a:solidFill>
            <a:srgbClr val="E7F1EB"/>
          </a:solidFill>
          <a:ln w="12700">
            <a:solidFill>
              <a:srgbClr val="1F6B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03320"/>
            <a:ext cx="20226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2.020 TESTES AUTOMATIZADOS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81021" y="3703320"/>
            <a:ext cx="18909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A5A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81021" y="3703320"/>
            <a:ext cx="18909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5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DOMÍNIO PRÓPRIO PENDENTE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81728" y="3703320"/>
            <a:ext cx="215432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036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703320"/>
            <a:ext cx="21543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36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VALIDAÇÃO POR ESTUDANTES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F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PRÓXIMOS PASSOS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80467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→ MVP → Piloto → Implantação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3F6F3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664208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· agosto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2066544"/>
            <a:ext cx="1581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nota em Python, com perfil fixo e sem banco.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78608" y="1536192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3F6F3"/>
          </a:solidFill>
          <a:ln w="12700">
            <a:solidFill>
              <a:srgbClr val="1F6B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24912" y="1664208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· 28/08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724912" y="2066544"/>
            <a:ext cx="1581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Banco, conta no site, Telegram e entrega diária automática.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08576" y="1536192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3F6F3"/>
          </a:solidFill>
          <a:ln w="12700">
            <a:solidFill>
              <a:srgbClr val="8A5A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1664208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· agora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066544"/>
            <a:ext cx="1581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perfis, 4 ativados, 410 recomendações. Falta o sinal de utilidade.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638544" y="1536192"/>
            <a:ext cx="1874520" cy="1371600"/>
          </a:xfrm>
          <a:prstGeom prst="roundRect">
            <a:avLst>
              <a:gd name="adj" fmla="val 4000"/>
            </a:avLst>
          </a:prstGeom>
          <a:solidFill>
            <a:srgbClr val="F3F6F3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84848" y="1664208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· a seguir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84848" y="2066544"/>
            <a:ext cx="1581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 próprio, textos legais aprovados e um pagador definido.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182112"/>
            <a:ext cx="8046720" cy="1225296"/>
          </a:xfrm>
          <a:prstGeom prst="roundRect">
            <a:avLst>
              <a:gd name="adj" fmla="val 4478"/>
            </a:avLst>
          </a:prstGeom>
          <a:solidFill>
            <a:srgbClr val="F3F6F3"/>
          </a:solidFill>
          <a:ln w="12700">
            <a:solidFill>
              <a:srgbClr val="DDE5D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364992"/>
            <a:ext cx="7571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A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honesta: isso vira negócio?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3785616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Tecnicamente, já roda sozinho há 31 dias. Como produto, ainda falta a prova de que a recomendação serve — e é isso, não mais código, que decide o próximo passo.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de Estágio</dc:title>
  <dc:subject>PptxGenJS Presentation</dc:subject>
  <dc:creator>Igor Costa, Ian Dias e Miguel Esteves</dc:creator>
  <cp:lastModifiedBy>Igor Costa, Ian Dias e Miguel Esteves</cp:lastModifiedBy>
  <cp:revision>1</cp:revision>
  <dcterms:created xsi:type="dcterms:W3CDTF">2026-09-30T02:20:04Z</dcterms:created>
  <dcterms:modified xsi:type="dcterms:W3CDTF">2026-09-30T02:20:04Z</dcterms:modified>
</cp:coreProperties>
</file>