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três alunos e o Radar já está em produção, entregando sozinho todo dia às 07:23. Tudo que vem a seguir são números de produção, não de simulação.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733 é a coleta real de hoje. O 35 é o que sobra para um perfil depois do pré-filtro, e o 7 é o limite da mensagem. O trabalho de descartar 726 anúncios existe de qualquer jeito: a pergunta é quem 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público é o estudante de qualquer curso, não só de computação: o catálogo tem 12 áreas e 105 cursos.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divisão de trabalho é a decisão central do projeto: a IA só extrai fatos do anúncio e nunca vê o perfil; quem compara e pontua é Python puro. Isso torna a nota auditável e o custo viável, porque a mesma extração serve todos os usuários.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esquerda, o formulário: o perfil vem antes da conta, de propósito, para não cobrar e-mail e senha antes de mostrar o produto. À direita, a mensagem real das 07:23, com a nota, o que o perfil atende, o que falta conferir e a atribuição obrigatória da Adzuna.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coleta à mensagem são cinco etapas, e só uma usa IA. As 4 requisições ao Gemini valeram para os quatro usuários juntos, porque a extração fica guardada por vaga e é reaproveitada entre pessoas e entre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mecânica não é nova: extrair requisitos de texto livre, comparar com um perfil e ordenar. O que muda é o lado do funil. Como esses sistemas decidem sobre pessoas, o risco deles é discriminar; o nosso risco é só deixar de recomendar uma vaga.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ganho não é achar uma vaga que ninguém acharia: é tirar do estudante o trabalho repetido. E o custo marginal perto de zero é consequência direta da arquitetura, não de otimização.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risco que decide o projeto não é técnico. Sem ninguém marcando uma vaga como útil, não há como recalibrar a nota, e por isso a regra do projeto é não mexer em peso nenhum sem um caso real vindo de usuário.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Fechamos com a pergunta que o próprio projeto ainda não respondeu. O próximo passo não é mais código: é conversar com quem recebeu as vagas e descobrir por que ninguém respondeu.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adarestagio.com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ABERTURA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Estágio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323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que busca vagas de estágio todos os dias, compara cada anúncio com o perfil do estudante e entrega no Telegram até sete recomendações explicadas.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101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Igor Costa · Ian Dias · Miguel Esteves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027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e Aplicações de IA · IBM3116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PROBLEMA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804672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achar 7 vagas que servem,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precisa descartar 726.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1325880"/>
          </a:xfrm>
          <a:prstGeom prst="roundRect">
            <a:avLst>
              <a:gd name="adj" fmla="val 4138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30880" y="1783080"/>
            <a:ext cx="0" cy="1325880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13120" y="1783080"/>
            <a:ext cx="0" cy="1325880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47672"/>
            <a:ext cx="231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9FD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316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coletados na execução de hoje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13760" y="1947672"/>
            <a:ext cx="231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9FD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13760" y="2514600"/>
            <a:ext cx="2316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sobram para um perfil, depois de curso, cidade e modalidade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096000" y="1947672"/>
            <a:ext cx="231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9FD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096000" y="2514600"/>
            <a:ext cx="2316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chegam ao estudante, as únicas acima da nota mínima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101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funil existe com ou sem o Radar. Sem ele, quem descarta é o estudante — todo dia, à mão. No Brasil, 20,1 milhões podem estagiar e 1,2 milhão consegue.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ABRES — Associação Brasileira de Estágios, 2024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CONTEXTO E PÚBLICO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80467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Universitário no primeiro estágio.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Radar atende quem está procurando o primeiro estágio e não tem tempo de abrir portal todo dia. A busca continua a mesma; o que muda é quem faz a triagem.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47088"/>
            <a:ext cx="3931920" cy="2194560"/>
          </a:xfrm>
          <a:prstGeom prst="roundRect">
            <a:avLst>
              <a:gd name="adj" fmla="val 2500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933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usa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95728"/>
            <a:ext cx="35661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de graduação, qualquer curso das 12 áreas do catálogo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 o primeiro estágio e não tem tempo de triar anúncio todo dia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usa Telegram — nenhum aplicativo novo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847088"/>
            <a:ext cx="3931920" cy="2194560"/>
          </a:xfrm>
          <a:prstGeom prst="roundRect">
            <a:avLst>
              <a:gd name="adj" fmla="val 2500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9933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ele faz hoje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395728"/>
            <a:ext cx="35661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vários portais e repete a mesma busca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anúncio inteiro para saber se o curso é aceito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Reencontra a mesma vaga republicada com outro título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SOLUÇÃO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804672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lê o anúncio. O Python decide a nota.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estudante preenche o perfil uma vez. Todo dia às 07:23, pelo GitHub Actions, o sistema coleta, descarta o que não serve, pede à IA apenas os fatos do anúncio e calcula a compatibilidade por regras determinísticas.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1901952" cy="2057400"/>
          </a:xfrm>
          <a:prstGeom prst="roundRect">
            <a:avLst>
              <a:gd name="adj" fmla="val 2885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3969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filtro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42032"/>
            <a:ext cx="15361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da Adzuna, deduplicação e pré-filtro por curso, cidade e modalidade. Sem IA.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96896" y="1993392"/>
            <a:ext cx="1901952" cy="2057400"/>
          </a:xfrm>
          <a:prstGeom prst="roundRect">
            <a:avLst>
              <a:gd name="adj" fmla="val 2885"/>
            </a:avLst>
          </a:prstGeom>
          <a:solidFill>
            <a:srgbClr val="17201A"/>
          </a:solidFill>
          <a:ln w="12700">
            <a:solidFill>
              <a:srgbClr val="5CB58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213969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por IA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779776" y="2542032"/>
            <a:ext cx="15361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devolve requisitos, cursos aceitos, período e modalidade em JSON validado.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45152" y="1993392"/>
            <a:ext cx="1901952" cy="2057400"/>
          </a:xfrm>
          <a:prstGeom prst="roundRect">
            <a:avLst>
              <a:gd name="adj" fmla="val 2885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213969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determinística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828032" y="2542032"/>
            <a:ext cx="15361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puro: 45% habilidades, 15% período, 10% curso, 10% área, 10% logística, 10% interesse.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93408" y="1993392"/>
            <a:ext cx="1901952" cy="2057400"/>
          </a:xfrm>
          <a:prstGeom prst="roundRect">
            <a:avLst>
              <a:gd name="adj" fmla="val 2885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76288" y="213969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 histórico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876288" y="2542032"/>
            <a:ext cx="15361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no Telegram, link rastreado e perfis, notas e envios no Supabase.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DEMONSTRAÇÃO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804672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no site, recomendação no Telegram.</a:t>
            </a:r>
            <a:endParaRPr lang="en-US" sz="2600" dirty="0"/>
          </a:p>
        </p:txBody>
      </p:sp>
      <p:pic>
        <p:nvPicPr>
          <p:cNvPr id="4" name="Image 0" descr="/Users/igorcosta/Projetos/RadarEstagio/apresentacao/telas/cadas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580" y="1280160"/>
            <a:ext cx="4668528" cy="2926080"/>
          </a:xfrm>
          <a:prstGeom prst="rect">
            <a:avLst/>
          </a:prstGeom>
        </p:spPr>
      </p:pic>
      <p:pic>
        <p:nvPicPr>
          <p:cNvPr id="5" name="Image 1" descr="/Users/igorcosta/Projetos/RadarEstagio/apresentacao/telas/dem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140" y="1280160"/>
            <a:ext cx="2240280" cy="29260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89580" y="4315968"/>
            <a:ext cx="466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formulário tem quatro etapas e é preenchido uma única vez.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5914140" y="4315968"/>
            <a:ext cx="2681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FA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mensagem diária: nota, requisitos e o selo da fonte.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989580" y="4645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site está no ar em </a:t>
            </a:r>
            <a:pPr indent="0" marL="0">
              <a:buNone/>
            </a:pPr>
            <a:r>
              <a:rPr lang="en-US" sz="1150" u="sng" dirty="0">
                <a:solidFill>
                  <a:srgbClr val="9FD3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radarestagio.com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FLUXO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80467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→ Processamento → IA → Resultado → Decisão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1572768"/>
          </a:xfrm>
          <a:prstGeom prst="roundRect">
            <a:avLst>
              <a:gd name="adj" fmla="val 3488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7984" y="1280160"/>
            <a:ext cx="0" cy="1572768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67328" y="1280160"/>
            <a:ext cx="0" cy="1572768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76672" y="1280160"/>
            <a:ext cx="0" cy="1572768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86016" y="1280160"/>
            <a:ext cx="0" cy="1572768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426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2763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121408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733 vagas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requisições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340864" y="1426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PROCESSAMENTO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2340864" y="162763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e pré-filtro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340864" y="2121408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candidatas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perfil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85616" y="1298448"/>
            <a:ext cx="1572768" cy="1536192"/>
          </a:xfrm>
          <a:prstGeom prst="rect">
            <a:avLst/>
          </a:prstGeom>
          <a:solidFill>
            <a:srgbClr val="1C2620"/>
          </a:solidFill>
          <a:ln w="12700">
            <a:solidFill>
              <a:srgbClr val="1C26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50208" y="1426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3950208" y="162763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9FD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fatos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50208" y="2121408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requisições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 Gemini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559552" y="1426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5559552" y="162763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e ranking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559552" y="2121408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vagas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4 pessoas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168896" y="1426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DECISÃO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7168896" y="162763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68896" y="2121408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pessoa abre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responde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0358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extração é por vaga, não por pessoa: a mesma leitura serve todos os perfis, e por isso um usuário novo quase não custa. Números da execução de 28/09.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CASOS REAIS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80467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indústria já automatizou a triagem.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44752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38328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FA29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EMPRESA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88900" marB="88900" anchor="ctr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FA29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 QUE FEZ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88900" marB="88900" anchor="ctr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FA29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RESULTADO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88900" marB="88900" anchor="ctr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Unilever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Triagem de 250 mil candidaturas por ciclo com entrevista em vídeo e jogos cognitivos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Contratação de 4 meses para 4 semanas; 50 mil horas de entrevista economizadas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ATS brasileiro com NLP na ordenação de candidatos, em 2.300 empresas clientes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 mil vagas preenchidas em 2021, com redução de até 80% no tempo de contratação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Casa 50 milhões de vagas com cada usuário num funil de quatro estágios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Lição da própria engenharia: otimizar por clique premia título sensacionalista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52958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filtram pessoas para a empresa. O Radar inverte o lado: filtra vagas para o estudante, então nunca descarta alguém — no máximo deixa de recomendar uma vaga.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245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for Startups, história da Gupy · LinkedIn Engineering Blog · estudos de caso sobre HireVue e Pymetrics na Unilever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PROPOSTA DE VALOR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80467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repetitivo sai do estudante.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44752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38328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FA29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ETAPA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88900" marB="88900" anchor="ctr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FA29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SEM O RADAR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88900" marB="88900" anchor="ctr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B58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 O RADAR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88900" marB="88900" anchor="ctr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Abrir portais e repetir a busca todo 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execução diária, sem ação do estudante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 anúncio por anúncio para ver se o curso é aceito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733 anúncios viram 7, já conferidos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Deduzir dos requisitos se vale a pena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 de 0 a 100 com o que atende e o que falta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Reencontrar a mesma vaga republicada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Deduplicação e histórico por pessoa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39312"/>
            <a:ext cx="8046720" cy="932688"/>
          </a:xfrm>
          <a:prstGeom prst="roundRect">
            <a:avLst>
              <a:gd name="adj" fmla="val 5882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30880" y="3639312"/>
            <a:ext cx="0" cy="932688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13120" y="3639312"/>
            <a:ext cx="0" cy="932688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380390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9FD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 min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096512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cadastro à primeira lista, mediana observada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413760" y="380390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9FD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R$ 0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413760" y="4096512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um usuário novo: a extração é por vaga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096000" y="380390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9FD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cursos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096000" y="4096512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reconhecidos pelo catálogo, não só computação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RISCOS, LIMITES E DADOS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804672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motor funciona. Falta a prova de valor.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entrega todo dia sem intervenção. O que ainda não existe é evidência de que a recomendação serve para quem recebe.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92224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385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 limitações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40864"/>
            <a:ext cx="35661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vaga marcada como útil em 410 entregas: 12 aberturas e 6 respostas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fonte só: a Adzuna responde por tudo, e a Gupy saiu pelos termos de uso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estudante é um pagador improvável: os concorrentes são gratuitos para ele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792224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9385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privacidade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340864"/>
            <a:ext cx="35661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API oficial da Adzuna, com atribuição obrigatória em cada anúncio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JSON das vagas e JSON validado por schema na saída da IA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perfil nunca vai para a IA: o prompt só contém o anúncio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PRÓXIMOS PASSOS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80467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→ MVP → Piloto → Implantação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1783080"/>
          </a:xfrm>
          <a:prstGeom prst="roundRect">
            <a:avLst>
              <a:gd name="adj" fmla="val 3077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1280160"/>
            <a:ext cx="0" cy="1783080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280160"/>
            <a:ext cx="0" cy="1783080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280160"/>
            <a:ext cx="0" cy="1783080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4264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1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627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121408"/>
            <a:ext cx="1645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nota em Python, com perfil fixo e sem banco.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14264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2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627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121408"/>
            <a:ext cx="1645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Banco, conta no site, vínculo com o Telegram e entrega diária automática.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4264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3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627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121408"/>
            <a:ext cx="1645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com estudantes: o sinal de utilidade é o que permite calibrar a nota.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4264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4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1627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121408"/>
            <a:ext cx="1645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próprio, textos legais aprovados e um pagador definido.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8046720" cy="1225296"/>
          </a:xfrm>
          <a:prstGeom prst="roundRect">
            <a:avLst>
              <a:gd name="adj" fmla="val 4478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3474720"/>
            <a:ext cx="7534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honesta: isso vira negócio?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3877056"/>
            <a:ext cx="7534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Tecnicamente o sistema já roda sozinho, todo dia, sem ninguém apertar nada. Como produto, ainda falta a prova de que a recomendação serve — e é isso, não mais código, que decide o próximo passo.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Radar de Estágio</dc:title>
  <dc:subject>PptxGenJS Presentation</dc:subject>
  <dc:creator>Igor Costa, Ian Dias e Miguel Esteves</dc:creator>
  <cp:lastModifiedBy>Igor Costa, Ian Dias e Miguel Esteves</cp:lastModifiedBy>
  <cp:revision>1</cp:revision>
  <dcterms:created xsi:type="dcterms:W3CDTF">2026-09-30T03:09:41Z</dcterms:created>
  <dcterms:modified xsi:type="dcterms:W3CDTF">2026-09-30T03:09:41Z</dcterms:modified>
</cp:coreProperties>
</file>